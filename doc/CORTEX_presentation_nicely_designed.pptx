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rtex_cover_17745403930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200400"/>
            <a:ext cx="6469592" cy="16619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6000" b="1">
                <a:solidFill>
                  <a:srgbClr val="FFFFFF"/>
                </a:solidFill>
              </a:defRPr>
            </a:pPr>
            <a:r>
              <a:t>CORTEX</a:t>
            </a:r>
          </a:p>
          <a:p>
            <a:pPr algn="ctr">
              <a:defRPr sz="2400">
                <a:solidFill>
                  <a:srgbClr val="00ADB5"/>
                </a:solidFill>
              </a:defRPr>
            </a:pPr>
            <a:r>
              <a:rPr b="1">
                <a:solidFill>
                  <a:srgbClr val="FFFF00"/>
                </a:solidFill>
                <a:highlight>
                  <a:srgbClr val="008000"/>
                </a:highlight>
              </a:rPr>
              <a:t>Empowering Linguistic Discovery | Open &amp; Free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rtex_cover_17745403930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93057" y="129396"/>
            <a:ext cx="6150273" cy="16619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6000" b="1">
                <a:solidFill>
                  <a:srgbClr val="FFFFFF"/>
                </a:solidFill>
              </a:defRPr>
            </a:pPr>
            <a:r>
              <a:t>CORTEX</a:t>
            </a:r>
          </a:p>
          <a:p>
            <a:pPr algn="ctr">
              <a:defRPr sz="2400">
                <a:solidFill>
                  <a:srgbClr val="00ADB5"/>
                </a:solidFill>
              </a:defRPr>
            </a:pPr>
            <a:r>
              <a:rPr>
                <a:solidFill>
                  <a:srgbClr val="FFFF00"/>
                </a:solidFill>
              </a:rPr>
              <a:t>Next-Gen AI-Powered Corpus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ADB5"/>
                </a:solidFill>
              </a:defRPr>
            </a:pPr>
            <a:r>
              <a:t>🤖 AI-Powered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First platform to natively integrate GenAI (Ollama &amp; Gemini)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Acts as your personal Corpus Research Assistant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Interprets complex linguistic patterns in plain language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Explain concordance lines and collocations instantly</a:t>
            </a:r>
          </a:p>
        </p:txBody>
      </p:sp>
      <p:pic>
        <p:nvPicPr>
          <p:cNvPr id="4" name="Picture 3" descr="ai_corpus_assistant_17745404339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ADB5"/>
                </a:solidFill>
              </a:defRPr>
            </a:pPr>
            <a:r>
              <a:t>🎭 Sentiment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Automated Lexical Sentiment Analysis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Categorise tokens: Positive, Neutral, Negative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Build specialized sub-corpora based on emotion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Perfect for Digital Humanities and Discourse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ADB5"/>
                </a:solidFill>
              </a:defRPr>
            </a:pPr>
            <a:r>
              <a:t>📈 High-Performance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Comprehensive Statistical Suite built-in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Chi-square, Log-Likelihood, and Correlation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Automated Authorship Attribution tests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Zero dependency on external software like R or SPSS</a:t>
            </a:r>
          </a:p>
        </p:txBody>
      </p:sp>
      <p:pic>
        <p:nvPicPr>
          <p:cNvPr id="4" name="Picture 3" descr="data_analytics_stats_1774540483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ADB5"/>
                </a:solidFill>
              </a:defRPr>
            </a:pPr>
            <a:r>
              <a:t>🔍 Comparative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Advanced Keyword extraction by metadata or filename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Robust side-by-side Comparison Mode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Visualize differences between corpora instantly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ADB5"/>
                </a:solidFill>
              </a:defRPr>
            </a:pPr>
            <a:r>
              <a:t>⚡ Concordance &amp;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Standardized KWIC (Key Word In Context) view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Automatic collocate highlighting in real-time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Interactive Lexical Distribution across the corpus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ADB5"/>
                </a:solidFill>
              </a:defRPr>
            </a:pPr>
            <a:r>
              <a:t>🧩 Advanced N-Grams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Extremely flexible N-Gram generation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Mix tokens and POS tags in specific positions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Custom display options for complex pattern discovery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ADB5"/>
                </a:solidFill>
              </a:defRPr>
            </a:pPr>
            <a:r>
              <a:t>📖 Corpus-Based Dictionary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Fully data-driven Lexicography tools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Integrated Collocation Pattern Grammar (CPG)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Real-time usage examples with context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ADB5"/>
                </a:solidFill>
              </a:defRPr>
            </a:pPr>
            <a:r>
              <a:t>🌐 Global Multilingual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Seamless support for multiple languages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High-accuracy Lemmatization and POS tagging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Handles XML, TXT, CSV, and XLSX formats natively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ADB5"/>
                </a:solidFill>
              </a:defRPr>
            </a:pPr>
            <a:r>
              <a:t>✨ NEW: Word Profiler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NEW: Analyse coverage against custom wordlists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Supports Plain and Categorized wordlists (e.g. CEFR)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Identify OOV (Out of Vocabulary) trends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Interactive tables and stacked bar visualizations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ADB5"/>
                </a:solidFill>
              </a:defRPr>
            </a:pPr>
            <a:r>
              <a:t>🚀 The CORTEX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AI + Statistics + Corpus Linguistics All-in-one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Modern Streamlit interface for maximum usability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• Free, Open Source, and Accessible to everyone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308</Words>
  <Application>Microsoft Office PowerPoint</Application>
  <PresentationFormat>On-screen Show (4:3)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Prihantoro</cp:lastModifiedBy>
  <cp:revision>2</cp:revision>
  <dcterms:created xsi:type="dcterms:W3CDTF">2013-01-27T09:14:16Z</dcterms:created>
  <dcterms:modified xsi:type="dcterms:W3CDTF">2026-03-26T15:57:55Z</dcterms:modified>
  <cp:category/>
</cp:coreProperties>
</file>